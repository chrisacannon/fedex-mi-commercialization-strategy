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Standalone reference slide. Not part of the core 6-slide deck. Add to the main file only if you decide during rehearsal that Slide 4's Beat 3 (sales enablement) benefits from a visual anchor. If used, keep the caveat text visible — the matrix is intentionally simplified to a primary-scenario-per-vertical view, not a complete decision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(OPTIONAL) — SALES ENABLEMENT MOCKUP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M&amp;I / Sensors — product &amp; tier selector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one-pager — match industry and shipment need to the right offering in under two minutes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377440" cy="50292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9504" y="1600200"/>
            <a:ext cx="2926080" cy="50292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80944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Time-Critical Intervention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70448" y="1600200"/>
            <a:ext cx="2926080" cy="50292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1888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851392" y="1600200"/>
            <a:ext cx="2926080" cy="50292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Visibility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03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9504" y="2103120"/>
            <a:ext cx="2926080" cy="868680"/>
          </a:xfrm>
          <a:prstGeom prst="rect">
            <a:avLst/>
          </a:prstGeom>
          <a:solidFill>
            <a:srgbClr val="EEED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6664" y="21031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 Premium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70448" y="2103120"/>
            <a:ext cx="2926080" cy="868680"/>
          </a:xfrm>
          <a:prstGeom prst="rect">
            <a:avLst/>
          </a:prstGeom>
          <a:solidFill>
            <a:srgbClr val="E1F5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7608" y="21031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SenseAware Subscription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51392" y="2103120"/>
            <a:ext cx="2926080" cy="86868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21031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26664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(AOG)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89504" y="3026664"/>
            <a:ext cx="2926080" cy="868680"/>
          </a:xfrm>
          <a:prstGeom prst="rect">
            <a:avLst/>
          </a:prstGeom>
          <a:solidFill>
            <a:srgbClr val="EEED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6664" y="302666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 Premium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70448" y="3026664"/>
            <a:ext cx="2926080" cy="868680"/>
          </a:xfrm>
          <a:prstGeom prst="rect">
            <a:avLst/>
          </a:prstGeom>
          <a:solidFill>
            <a:srgbClr val="E1F5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7608" y="302666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SenseAware Single Journey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851392" y="3026664"/>
            <a:ext cx="2926080" cy="86868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88552" y="302666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50208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95020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89504" y="3950208"/>
            <a:ext cx="2926080" cy="868680"/>
          </a:xfrm>
          <a:prstGeom prst="rect">
            <a:avLst/>
          </a:prstGeom>
          <a:solidFill>
            <a:srgbClr val="E6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6664" y="395020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 Preferred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870448" y="3950208"/>
            <a:ext cx="2926080" cy="868680"/>
          </a:xfrm>
          <a:prstGeom prst="rect">
            <a:avLst/>
          </a:prstGeom>
          <a:solidFill>
            <a:srgbClr val="E1F5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395020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SenseAware Subscription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851392" y="3950208"/>
            <a:ext cx="2926080" cy="86868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88552" y="395020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(future)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4873752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F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87375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High-Value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889504" y="4873752"/>
            <a:ext cx="2926080" cy="868680"/>
          </a:xfrm>
          <a:prstGeom prst="rect">
            <a:avLst/>
          </a:prstGeom>
          <a:solidFill>
            <a:srgbClr val="E6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26664" y="487375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 Select / Preferred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870448" y="4873752"/>
            <a:ext cx="2926080" cy="868680"/>
          </a:xfrm>
          <a:prstGeom prst="rect">
            <a:avLst/>
          </a:prstGeom>
          <a:solidFill>
            <a:srgbClr val="E1F5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07608" y="487375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SenseAware Single Journey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851392" y="4873752"/>
            <a:ext cx="2926080" cy="868680"/>
          </a:xfrm>
          <a:prstGeom prst="rect">
            <a:avLst/>
          </a:prstGeom>
          <a:solidFill>
            <a:srgbClr val="F7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88552" y="487375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57200" y="5980176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E9E1F5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98017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starting hypothesis, not a validated map — refine using shipment volume, intervention frequency, and tenure data by tier and industry as it becomes available.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94029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mapping for candidate use — not a confirmed FedEx segmentation. Priority Alert intentionally omitted; consolidates into Surround Premium per portfolio strategy.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Appendix — Sales Enablement Mockup (standalone, not in core deck)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  |  FedEx Business Strategy Principal Interview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2026-07-16T17:25:34Z</dcterms:created>
  <dcterms:modified xsi:type="dcterms:W3CDTF">2026-07-16T17:25:34Z</dcterms:modified>
</cp:coreProperties>
</file>